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914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C220"/>
                </a:solidFill>
                <a:latin typeface="Calibri"/>
              </a:rP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7315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Cuestionario PyME  Walmart Chile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FF"/>
                </a:solidFill>
                <a:latin typeface="Calibri"/>
              </a:rPr>
              <a:t>Resumen de bloques  |  25 preguntas  |  5 areas clave  |  menos de 4 minutos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329184"/>
            <a:ext cx="2121408" cy="347472"/>
          </a:xfrm>
          <a:prstGeom prst="roundRect">
            <a:avLst>
              <a:gd name="adj" fmla="val 50000"/>
            </a:avLst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329184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CONFIDENCIAL  |  USO INTERNO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TOTAL PREGUNTAS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2132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132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1E60"/>
                </a:solidFill>
                <a:latin typeface="Calibri"/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132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PUNTAJE MAXIMO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5060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8703"/>
                </a:solidFill>
                <a:latin typeface="Calibri"/>
              </a:rPr>
              <a:t>&gt;= 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5060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8703"/>
                </a:solidFill>
                <a:latin typeface="Calibri"/>
              </a:rPr>
              <a:t>PyME MADURA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7988" y="121615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988" y="12252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3A00"/>
                </a:solidFill>
                <a:latin typeface="Calibri"/>
              </a:rPr>
              <a:t>&lt; 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7988" y="1591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3A00"/>
                </a:solidFill>
                <a:latin typeface="Calibri"/>
              </a:rPr>
              <a:t>PyME INTERMEDIA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0312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312" y="2295144"/>
            <a:ext cx="3803904" cy="17373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103120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1  |  Identificacion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Datos de la empresa, categoria de producto, antiguedad como proveedor de Walmart e ingreso al Programa Potencia PyME.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8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0520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2295144"/>
            <a:ext cx="3803904" cy="17373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2103120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2  |  Supply Chain &amp; 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Fill Rate, In-Stock, requisitos de entrega en el CD, agendamiento de citas, inventario en sala y quiebres de stock.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8" y="2066543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8" y="2066543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0728" y="2295144"/>
            <a:ext cx="3803904" cy="173736"/>
          </a:xfrm>
          <a:prstGeom prst="rect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103120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3  |  Retail Link &amp; Phronesis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42032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Acceso a Retail Link, frecuencia de analisis de ventas, uso de Phronesis, presencia por local y proceso de alzas de costo.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0312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0312" y="4361688"/>
            <a:ext cx="3803904" cy="173736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" y="4169663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4  |  Gestion Comercial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Participacion en promociones, diferencia costo neto vs limpio, representante de cuenta (KAM) y Programa de Marca Propia Walmart.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60520" y="4361688"/>
            <a:ext cx="3803904" cy="173736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2" y="4169663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5  |  Gestion Operacional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Contactos ante problemas, comprension de rechazos en CD, Fee de Ultima Milla, Fee de Reposicion y certificaciones GFSI.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0728" y="4133087"/>
            <a:ext cx="3803904" cy="193852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10728" y="4133087"/>
            <a:ext cx="3803904" cy="402336"/>
          </a:xfrm>
          <a:prstGeom prst="roundRect">
            <a:avLst>
              <a:gd name="adj" fmla="val 6000"/>
            </a:avLst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10728" y="4361688"/>
            <a:ext cx="3803904" cy="173736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169663"/>
            <a:ext cx="3575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Escala de Puntaje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608575"/>
            <a:ext cx="3547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0 pts  No conoce / No lo hace
1 pt    Conoce pero no gestiona activamente
2 pts  Domina y gestiona con regularidad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" y="58887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E60"/>
                </a:solidFill>
                <a:latin typeface="Calibri"/>
              </a:rPr>
              <a:t>Segmentacion al completar el cuestionario: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0312" y="6099048"/>
            <a:ext cx="5376672" cy="347472"/>
          </a:xfrm>
          <a:prstGeom prst="roundRect">
            <a:avLst>
              <a:gd name="adj" fmla="val 40000"/>
            </a:avLst>
          </a:prstGeom>
          <a:solidFill>
            <a:srgbClr val="FFF9E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687568" y="6099048"/>
            <a:ext cx="6291072" cy="347472"/>
          </a:xfrm>
          <a:prstGeom prst="roundRect">
            <a:avLst>
              <a:gd name="adj" fmla="val 40000"/>
            </a:avLst>
          </a:prstGeom>
          <a:solidFill>
            <a:srgbClr val="EAF6EC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" y="6108192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3A00"/>
                </a:solidFill>
                <a:latin typeface="Calibri"/>
              </a:rPr>
              <a:t>PyME INTERMEDIA   0 - 45% del puntaje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87568" y="6108192"/>
            <a:ext cx="6291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8703"/>
                </a:solidFill>
                <a:latin typeface="Calibri"/>
              </a:rPr>
              <a:t>PyME MADURA   46 - 100% del puntaje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Walmart Chile  |  Programa PyME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FF"/>
                </a:solidFill>
                <a:latin typeface="Calibri"/>
              </a:rPr>
              <a:t>pyme-survey.onrender.com/formulario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574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